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38EF6D8-606A-D853-F29E-DE19650E2D33}">
          <p14:sldIdLst>
            <p14:sldId id="256"/>
            <p14:sldId id="257"/>
            <p14:sldId id="258"/>
            <p14:sldId id="259"/>
          </p14:sldIdLst>
        </p14:section>
        <p14:section name="Implementation" id="{6119210B-7ADA-55CC-264B-E39758AA4787}">
          <p14:sldIdLst>
            <p14:sldId id="260"/>
            <p14:sldId id="261"/>
            <p14:sldId id="262"/>
            <p14:sldId id="263"/>
          </p14:sldIdLst>
        </p14:section>
        <p14:section name="Demo and Wrap-up" id="{2CD6872C-5E8E-0DDE-A0AD-A65C1FF268C4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26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StudySync is a personalized study planner built with React.js, PHP and MySQL for the Web Programming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first (scattered tools, missed deadlines), then how StudySync solves it. Read the four objectives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columns: software stack on the left, hardware on the right. Emphasise that any basic laptop can run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 modules quickly. The key message: everything a student needs to plan their studies lives in one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dashboard: sidebar navigation, welcome message, Pomodoro timer, today's progress, priority tasks with subject tags, upcoming classes and deadlines, and quick stats. This slide is an illustrative mockup; swap in a real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describe each page: login/registration, tasks, timetable, Resource Vault and progress. These are wireframes; replace them with real screenshots of the pages you have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1: React state toggles a task and the progress percentage is derived automatically. Example 2: PHP connects to MySQL with PDO, uses a prepared statement (protects against SQL injection) and returns JSON. If your repo code differs, replace these samples with your actual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numbered arrows: solid arrows are requests (1-3), dashed arrows are responses (4-6). Name the seven database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 ten steps in order using a test account. If any feature is not ready, skip it or label it as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expected benefits. Do not quote statistics or claim improved grades unless you have real testing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the project demonstrates (frontend, backend, database, responsive design). Make clear that the right-hand list is planned future work, not completed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StudySync  |  Abinash G  |  240701007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F4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4846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StudySync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Personalized Student Study Planner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24688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Domain: Web Programming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Presented by: </a:t>
            </a:r>
            <a:r>
              <a:rPr lang="en-US" sz="1400" dirty="0">
                <a:solidFill>
                  <a:schemeClr val="bg1"/>
                </a:solidFill>
              </a:rPr>
              <a:t>Anbuselvan V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Register Number</a:t>
            </a:r>
            <a:r>
              <a:rPr lang="en-US" sz="1400" b="1">
                <a:solidFill>
                  <a:schemeClr val="bg1"/>
                </a:solidFill>
              </a:rPr>
              <a:t>: </a:t>
            </a:r>
            <a:r>
              <a:rPr lang="en-US" sz="1400">
                <a:solidFill>
                  <a:schemeClr val="bg1"/>
                </a:solidFill>
              </a:rPr>
              <a:t>240701038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Department of Computer Science and Engineering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Rajalakshmi Engineering College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StudySync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338689" y="4160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Abstract and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struggle to manage multiple subjects, assignments, exams, class schedules and study sessions. Separate tools make it hard to prioritize tasks, remember deadlines, stay focused and track progress.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120640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624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Abstract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StudySync is a responsive web application that organizes academic activities in one platform. It offers task management, subject organization, timetable management, a Pomodoro focus timer, resource storage and visual progress tracking, helping students manage time and monitor their workload.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051560"/>
            <a:ext cx="2926080" cy="3566160"/>
          </a:xfrm>
          <a:prstGeom prst="roundRect">
            <a:avLst>
              <a:gd name="adj" fmla="val 3125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0" y="175564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645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Centralize study planning in one application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248716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377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Improve deadline awareness and prioritization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321868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08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Encourage focused study with a Pomodoro timer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395020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Track progress visually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Software and Hardware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29159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Software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Operating System: </a:t>
            </a:r>
            <a:r>
              <a:rPr lang="en-US" sz="1500" dirty="0">
                <a:solidFill>
                  <a:schemeClr val="tx1"/>
                </a:solidFill>
              </a:rPr>
              <a:t>Windows 10/11 or equivalent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Frontend: </a:t>
            </a:r>
            <a:r>
              <a:rPr lang="en-US" sz="1500" dirty="0">
                <a:solidFill>
                  <a:schemeClr val="tx1"/>
                </a:solidFill>
              </a:rPr>
              <a:t>HTML5, CSS3, JavaScript, React.js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Backend: </a:t>
            </a:r>
            <a:r>
              <a:rPr lang="en-US" sz="1500" dirty="0">
                <a:solidFill>
                  <a:schemeClr val="tx1"/>
                </a:solidFill>
              </a:rPr>
              <a:t>PHP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Database: </a:t>
            </a:r>
            <a:r>
              <a:rPr lang="en-US" sz="1500" dirty="0">
                <a:solidFill>
                  <a:schemeClr val="tx1"/>
                </a:solidFill>
              </a:rPr>
              <a:t>MySQL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Dev Tool: </a:t>
            </a:r>
            <a:r>
              <a:rPr lang="en-US" sz="1500" dirty="0">
                <a:solidFill>
                  <a:schemeClr val="tx1"/>
                </a:solidFill>
              </a:rPr>
              <a:t>Visual Studio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Local Server: </a:t>
            </a:r>
            <a:r>
              <a:rPr lang="en-US" sz="1500" dirty="0">
                <a:solidFill>
                  <a:schemeClr val="tx1"/>
                </a:solidFill>
              </a:rPr>
              <a:t>Node.js (React); XAMPP (PHP + MySQL)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Browser: </a:t>
            </a:r>
            <a:r>
              <a:rPr lang="en-US" sz="1500" dirty="0">
                <a:solidFill>
                  <a:schemeClr val="tx1"/>
                </a:solidFill>
              </a:rPr>
              <a:t>Chrome or Edge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1887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190" y="1291590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Hardware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Processor: </a:t>
            </a:r>
            <a:r>
              <a:rPr lang="en-US" sz="1500" dirty="0">
                <a:solidFill>
                  <a:schemeClr val="tx1"/>
                </a:solidFill>
              </a:rPr>
              <a:t>Intel Core i3 or equivalent and above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RAM: </a:t>
            </a:r>
            <a:r>
              <a:rPr lang="en-US" sz="1500" dirty="0">
                <a:solidFill>
                  <a:schemeClr val="tx1"/>
                </a:solidFill>
              </a:rPr>
              <a:t>4 GB minimum; 8 GB recommended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Storage: </a:t>
            </a:r>
            <a:r>
              <a:rPr lang="en-US" sz="1500" dirty="0">
                <a:solidFill>
                  <a:schemeClr val="tx1"/>
                </a:solidFill>
              </a:rPr>
              <a:t>2 GB free space minimum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Display: </a:t>
            </a:r>
            <a:r>
              <a:rPr lang="en-US" sz="1500" dirty="0">
                <a:solidFill>
                  <a:schemeClr val="tx1"/>
                </a:solidFill>
              </a:rPr>
              <a:t>Standard laptop/desktop display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Network: </a:t>
            </a:r>
            <a:r>
              <a:rPr lang="en-US" sz="1500" dirty="0">
                <a:solidFill>
                  <a:schemeClr val="tx1"/>
                </a:solidFill>
              </a:rPr>
              <a:t>Internet for installation, documentation and deployment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Proposed System and Main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017520" cy="356616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Proposed system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Replaces manual planning with one connected web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Tasks, timetable and timer work together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Progress updates automatically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651760" cy="1051560"/>
          </a:xfrm>
          <a:prstGeom prst="roundRect">
            <a:avLst>
              <a:gd name="adj" fmla="val 43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Key benefit: all essential study-planning activities in one application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105156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67328" y="117957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1271016"/>
            <a:ext cx="182880" cy="182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224528" y="10515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Registration &amp; login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05156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7648" y="117957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27101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84848" y="10515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657600" y="178308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67328" y="191109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2002536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24528" y="1783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Tasks &amp; assignments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217920" y="178308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27648" y="191109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200253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84848" y="1783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Subject management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657600" y="251460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67328" y="264261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8768" y="273405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224528" y="2514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Daily &amp; weekly timetable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217920" y="251460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27648" y="264261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2734056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84848" y="2514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Pomodoro focus timer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3657600" y="324612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3767328" y="337413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8768" y="346557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224528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Progress &amp; statistics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6217920" y="324612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6327648" y="337413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088" y="3465576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784848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Resource Vault</a:t>
            </a:r>
            <a:endParaRPr lang="en-US" sz="1400" dirty="0"/>
          </a:p>
        </p:txBody>
      </p:sp>
      <p:sp>
        <p:nvSpPr>
          <p:cNvPr id="40" name="Shape 30"/>
          <p:cNvSpPr/>
          <p:nvPr/>
        </p:nvSpPr>
        <p:spPr>
          <a:xfrm>
            <a:off x="3657600" y="397764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3767328" y="410565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8768" y="4197096"/>
            <a:ext cx="182880" cy="18288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4224528" y="39776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Exams &amp; deadlines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6217920" y="3977640"/>
            <a:ext cx="246888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6327648" y="410565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088" y="4197096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6784848" y="39776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Profile &amp; settings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View: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92240" y="438912"/>
            <a:ext cx="219456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92240" y="438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ILLUSTRATIVE MOCKUP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1371600" cy="3246120"/>
          </a:xfrm>
          <a:prstGeom prst="roundRect">
            <a:avLst>
              <a:gd name="adj" fmla="val 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StudySync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11887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842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Tasks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225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Subjects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660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Timetable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99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Pomodoro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37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Resources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75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Progress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142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Settings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Welcome back, Abinash!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Sample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1554480"/>
            <a:ext cx="1920240" cy="12344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9456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Pomodoro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25:00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2651760" y="2395728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2395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Start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1554480"/>
            <a:ext cx="2103120" cy="12344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51960" y="1600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Today's progress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2103120"/>
            <a:ext cx="1920240" cy="164592"/>
          </a:xfrm>
          <a:prstGeom prst="roundRect">
            <a:avLst>
              <a:gd name="adj" fmla="val 2777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2103120"/>
            <a:ext cx="1152144" cy="164592"/>
          </a:xfrm>
          <a:prstGeom prst="roundRect">
            <a:avLst>
              <a:gd name="adj" fmla="val 2777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5196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3 of 5 tasks done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1554480"/>
            <a:ext cx="2194560" cy="12344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1600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Quick stats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Tasks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Subjects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2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Exams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03120" y="2926080"/>
            <a:ext cx="3657600" cy="13716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9456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Priority tasks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94560" y="3310128"/>
            <a:ext cx="182880" cy="1828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46888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DS assignment – Unit 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291840"/>
            <a:ext cx="822960" cy="21945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00600" y="32918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DSA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94560" y="3648456"/>
            <a:ext cx="182880" cy="1828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468880" y="3611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Maths problem set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3630168"/>
            <a:ext cx="822960" cy="21945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00600" y="3630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Maths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94560" y="3986784"/>
            <a:ext cx="182880" cy="1828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468880" y="3950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DBMS lab record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00600" y="3968496"/>
            <a:ext cx="822960" cy="21945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00600" y="3968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DBMS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97880" y="2926080"/>
            <a:ext cx="2697480" cy="13716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89320" y="2971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Upcoming classes &amp; deadlines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273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DBMS class · 9:00 AM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989320" y="3611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Maths class · 11:00 AM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5989320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Deadline: Lab record · Fri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Not an actual screenshot – replace with a real StudySync screenshot (Insert &gt; Picture) before presenting.</a:t>
            </a:r>
            <a:endParaRPr lang="en-US" sz="10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View: Other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09360" y="438912"/>
            <a:ext cx="23774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0" y="438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ILLUSTRATIVE WIREFRAMES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2423160" cy="960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1580" y="1234440"/>
            <a:ext cx="1097280" cy="77724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8740" y="1371600"/>
            <a:ext cx="822960" cy="128016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8740" y="1581912"/>
            <a:ext cx="822960" cy="128016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8740" y="1819656"/>
            <a:ext cx="822960" cy="146304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1488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Login &amp; Registration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3957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Secure student sign-in and sign-up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898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0420" y="1143000"/>
            <a:ext cx="2423160" cy="960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7580" y="1280160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26180" y="1298448"/>
            <a:ext cx="1188720" cy="914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97780" y="1280160"/>
            <a:ext cx="50292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7580" y="148132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6180" y="1499616"/>
            <a:ext cx="1188720" cy="914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97780" y="1481328"/>
            <a:ext cx="502920" cy="12801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97580" y="1682496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6180" y="1700784"/>
            <a:ext cx="1188720" cy="914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7780" y="1682496"/>
            <a:ext cx="50292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7580" y="1883664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6180" y="1901952"/>
            <a:ext cx="1188720" cy="914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97780" y="1883664"/>
            <a:ext cx="502920" cy="12801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78708" y="21488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Task Management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378708" y="23957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Add, prioritize and complete tasks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143000"/>
            <a:ext cx="2423160" cy="960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1928" y="1234440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9984" y="1234440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1234440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6096" y="1234440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74152" y="1234440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81928" y="1453896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453896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453896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26096" y="1453896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74152" y="1453896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81928" y="1673352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9984" y="1673352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78040" y="1673352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6096" y="1673352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74152" y="1673352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81928" y="1892808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9984" y="1892808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78040" y="1892808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26096" y="1892808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74152" y="1892808"/>
            <a:ext cx="4114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190488" y="21488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Timetable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190488" y="23957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Daily and weekly class schedule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288036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8640" y="2971800"/>
            <a:ext cx="2423160" cy="960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" y="3081528"/>
            <a:ext cx="713232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" y="3154680"/>
            <a:ext cx="365760" cy="73152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1520" y="3300984"/>
            <a:ext cx="502920" cy="64008"/>
          </a:xfrm>
          <a:prstGeom prst="roundRect">
            <a:avLst>
              <a:gd name="adj" fmla="val 7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26464" y="3081528"/>
            <a:ext cx="713232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99616" y="3154680"/>
            <a:ext cx="365760" cy="73152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99616" y="3300984"/>
            <a:ext cx="502920" cy="64008"/>
          </a:xfrm>
          <a:prstGeom prst="roundRect">
            <a:avLst>
              <a:gd name="adj" fmla="val 7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94560" y="3081528"/>
            <a:ext cx="713232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67712" y="3154680"/>
            <a:ext cx="365760" cy="73152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67712" y="3300984"/>
            <a:ext cx="502920" cy="64008"/>
          </a:xfrm>
          <a:prstGeom prst="roundRect">
            <a:avLst>
              <a:gd name="adj" fmla="val 7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8368" y="3520440"/>
            <a:ext cx="713232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0" y="3593592"/>
            <a:ext cx="365760" cy="73152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" y="3739896"/>
            <a:ext cx="502920" cy="64008"/>
          </a:xfrm>
          <a:prstGeom prst="roundRect">
            <a:avLst>
              <a:gd name="adj" fmla="val 7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426464" y="3520440"/>
            <a:ext cx="713232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99616" y="3593592"/>
            <a:ext cx="365760" cy="73152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99616" y="3739896"/>
            <a:ext cx="502920" cy="64008"/>
          </a:xfrm>
          <a:prstGeom prst="roundRect">
            <a:avLst>
              <a:gd name="adj" fmla="val 7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3520440"/>
            <a:ext cx="713232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67712" y="3593592"/>
            <a:ext cx="365760" cy="73152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67712" y="3739896"/>
            <a:ext cx="502920" cy="64008"/>
          </a:xfrm>
          <a:prstGeom prst="roundRect">
            <a:avLst>
              <a:gd name="adj" fmla="val 7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66928" y="39776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Resource Vault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566928" y="42245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Save study links and notes by subject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268980" y="288036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360420" y="2971800"/>
            <a:ext cx="2423160" cy="960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34740" y="3547872"/>
            <a:ext cx="256032" cy="27432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00500" y="3364992"/>
            <a:ext cx="256032" cy="45720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66260" y="3456432"/>
            <a:ext cx="256032" cy="36576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32020" y="3136392"/>
            <a:ext cx="256032" cy="685800"/>
          </a:xfrm>
          <a:prstGeom prst="roundRect">
            <a:avLst>
              <a:gd name="adj" fmla="val 1071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97780" y="3273552"/>
            <a:ext cx="256032" cy="54864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378708" y="39776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Progress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3378708" y="42245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Task completion and study statistics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080760" y="288036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accent6">
              <a:alpha val="25000"/>
            </a:schemeClr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 txBox="1"/>
          <p:nvPr/>
        </p:nvSpPr>
        <p:spPr>
          <a:xfrm>
            <a:off x="6199632" y="301752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Wireframes only. Replace with real screenshots of the implemented pages.</a:t>
            </a:r>
            <a:endParaRPr lang="en-US" sz="1400" dirty="0"/>
          </a:p>
        </p:txBody>
      </p:sp>
      <p:sp>
        <p:nvSpPr>
          <p:cNvPr id="8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Sample Coding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09360" y="438912"/>
            <a:ext cx="23774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0" y="438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ILLUSTRATIVE SAMPLE CODE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2697480"/>
          </a:xfrm>
          <a:prstGeom prst="roundRect">
            <a:avLst>
              <a:gd name="adj" fmla="val 339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115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React.js · task state and progress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3716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[tasks, setTasks] = useState([]);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toggleTask = (id) =&gt;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setTasks(prev =&gt; prev.map(t =&gt;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t.id === 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{ ...t, completed: !t.completed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t));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done = tasks.filter(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 =&gt; t.completed).length;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progress = tasks.length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Math.round(done / tasks.length * 100)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0;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 state updates task completion and automatically recalculates the progress percentage.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2697480"/>
          </a:xfrm>
          <a:prstGeom prst="roundRect">
            <a:avLst>
              <a:gd name="adj" fmla="val 339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115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PHP + MySQL · fetch a task (PDO)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13716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 = new PDO($dsn, $user, $pass,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PDO::ATTR_ERRMODE =&gt;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PDO::ERRMODE_EXCEPTION]);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* FROM tasks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id = :id AND user_id = :uid");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':id' =&gt; $_GET['id'],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':uid' =&gt; $userId]);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header('Content-Type: application/json');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json_encode($stmt-&gt;fetch());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PHP uses a PDO prepared statement to query MySQL and returns JSON to React.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1155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07008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Student / User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7922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Browser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79192" y="105156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73552" y="11155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20700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24912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React.js Frontend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724912" y="17922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UI and state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01184" y="105156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95544" y="11155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120700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46904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PHP Backend / API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946904" y="17922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Validation + PDO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123176" y="105156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17536" y="11155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76" y="1207008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68896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MySQL Database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168896" y="17922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Data storage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039112" y="1371600"/>
            <a:ext cx="612648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4261104" y="1371600"/>
            <a:ext cx="612648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6483096" y="1371600"/>
            <a:ext cx="612648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 flipH="1">
            <a:off x="6483096" y="1783080"/>
            <a:ext cx="6126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7" name="Shape 21"/>
          <p:cNvSpPr/>
          <p:nvPr/>
        </p:nvSpPr>
        <p:spPr>
          <a:xfrm flipH="1">
            <a:off x="4261104" y="1783080"/>
            <a:ext cx="6126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8" name="Shape 22"/>
          <p:cNvSpPr/>
          <p:nvPr/>
        </p:nvSpPr>
        <p:spPr>
          <a:xfrm flipH="1">
            <a:off x="2039112" y="1783080"/>
            <a:ext cx="6126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2217420" y="1243584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2217420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439412" y="1243584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439412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661404" y="1243584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661404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661404" y="165506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661404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439412" y="165506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439412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2217420" y="165506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221742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57200" y="2331720"/>
            <a:ext cx="47548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640080" y="23957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Request and response flow</a:t>
            </a:r>
            <a:endParaRPr lang="en-US" sz="1600" dirty="0"/>
          </a:p>
        </p:txBody>
      </p:sp>
      <p:sp>
        <p:nvSpPr>
          <p:cNvPr id="43" name="Shape 37"/>
          <p:cNvSpPr/>
          <p:nvPr/>
        </p:nvSpPr>
        <p:spPr>
          <a:xfrm>
            <a:off x="640080" y="276148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40080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987552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Student interacts with the React interface</a:t>
            </a:r>
            <a:endParaRPr lang="en-US" sz="1400" dirty="0"/>
          </a:p>
        </p:txBody>
      </p:sp>
      <p:sp>
        <p:nvSpPr>
          <p:cNvPr id="46" name="Shape 40"/>
          <p:cNvSpPr/>
          <p:nvPr/>
        </p:nvSpPr>
        <p:spPr>
          <a:xfrm>
            <a:off x="640080" y="3063240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40080" y="3063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987552" y="3044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 sends HTTP requests to PHP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640080" y="3364992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640080" y="3364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987552" y="3346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PHP validates and runs database operations</a:t>
            </a:r>
            <a:endParaRPr lang="en-US" sz="1400" dirty="0"/>
          </a:p>
        </p:txBody>
      </p:sp>
      <p:sp>
        <p:nvSpPr>
          <p:cNvPr id="52" name="Shape 46"/>
          <p:cNvSpPr/>
          <p:nvPr/>
        </p:nvSpPr>
        <p:spPr>
          <a:xfrm>
            <a:off x="640080" y="3666744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640080" y="3666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987552" y="3648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MySQL stores and retrieves the data</a:t>
            </a:r>
            <a:endParaRPr lang="en-US" sz="1400" dirty="0"/>
          </a:p>
        </p:txBody>
      </p:sp>
      <p:sp>
        <p:nvSpPr>
          <p:cNvPr id="55" name="Shape 49"/>
          <p:cNvSpPr/>
          <p:nvPr/>
        </p:nvSpPr>
        <p:spPr>
          <a:xfrm>
            <a:off x="640080" y="3968496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640080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987552" y="3950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PHP returns a JSON response</a:t>
            </a:r>
            <a:endParaRPr lang="en-US" sz="1400" dirty="0"/>
          </a:p>
        </p:txBody>
      </p:sp>
      <p:sp>
        <p:nvSpPr>
          <p:cNvPr id="58" name="Shape 52"/>
          <p:cNvSpPr/>
          <p:nvPr/>
        </p:nvSpPr>
        <p:spPr>
          <a:xfrm>
            <a:off x="640080" y="427024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640080" y="4270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60" name="Text 54"/>
          <p:cNvSpPr txBox="1"/>
          <p:nvPr/>
        </p:nvSpPr>
        <p:spPr>
          <a:xfrm>
            <a:off x="987552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 updates the interface</a:t>
            </a:r>
            <a:endParaRPr lang="en-US" sz="1400" dirty="0"/>
          </a:p>
        </p:txBody>
      </p:sp>
      <p:sp>
        <p:nvSpPr>
          <p:cNvPr id="61" name="Shape 55"/>
          <p:cNvSpPr/>
          <p:nvPr/>
        </p:nvSpPr>
        <p:spPr>
          <a:xfrm>
            <a:off x="5440680" y="2331720"/>
            <a:ext cx="3246120" cy="22860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56"/>
          <p:cNvSpPr txBox="1"/>
          <p:nvPr/>
        </p:nvSpPr>
        <p:spPr>
          <a:xfrm>
            <a:off x="562356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Database entities</a:t>
            </a:r>
            <a:endParaRPr lang="en-US" sz="1600" dirty="0"/>
          </a:p>
        </p:txBody>
      </p:sp>
      <p:sp>
        <p:nvSpPr>
          <p:cNvPr id="63" name="Shape 57"/>
          <p:cNvSpPr/>
          <p:nvPr/>
        </p:nvSpPr>
        <p:spPr>
          <a:xfrm>
            <a:off x="5577840" y="27889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557784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Users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7132320" y="27889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713232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Subjects</a:t>
            </a:r>
            <a:endParaRPr lang="en-US" sz="1200" dirty="0"/>
          </a:p>
        </p:txBody>
      </p:sp>
      <p:sp>
        <p:nvSpPr>
          <p:cNvPr id="67" name="Shape 61"/>
          <p:cNvSpPr/>
          <p:nvPr/>
        </p:nvSpPr>
        <p:spPr>
          <a:xfrm>
            <a:off x="5577840" y="32461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557784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Tasks</a:t>
            </a:r>
            <a:endParaRPr lang="en-US" sz="1200" dirty="0"/>
          </a:p>
        </p:txBody>
      </p:sp>
      <p:sp>
        <p:nvSpPr>
          <p:cNvPr id="69" name="Shape 63"/>
          <p:cNvSpPr/>
          <p:nvPr/>
        </p:nvSpPr>
        <p:spPr>
          <a:xfrm>
            <a:off x="7132320" y="32461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713232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Timetable</a:t>
            </a:r>
            <a:endParaRPr lang="en-US" sz="1200" dirty="0"/>
          </a:p>
        </p:txBody>
      </p:sp>
      <p:sp>
        <p:nvSpPr>
          <p:cNvPr id="71" name="Shape 65"/>
          <p:cNvSpPr/>
          <p:nvPr/>
        </p:nvSpPr>
        <p:spPr>
          <a:xfrm>
            <a:off x="5577840" y="37033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557784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Pomodoro Sessions</a:t>
            </a:r>
            <a:endParaRPr lang="en-US" sz="1200" dirty="0"/>
          </a:p>
        </p:txBody>
      </p:sp>
      <p:sp>
        <p:nvSpPr>
          <p:cNvPr id="73" name="Shape 67"/>
          <p:cNvSpPr/>
          <p:nvPr/>
        </p:nvSpPr>
        <p:spPr>
          <a:xfrm>
            <a:off x="7132320" y="37033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713232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Resources</a:t>
            </a:r>
            <a:endParaRPr lang="en-US" sz="1200" dirty="0"/>
          </a:p>
        </p:txBody>
      </p:sp>
      <p:sp>
        <p:nvSpPr>
          <p:cNvPr id="75" name="Shape 69"/>
          <p:cNvSpPr/>
          <p:nvPr/>
        </p:nvSpPr>
        <p:spPr>
          <a:xfrm>
            <a:off x="5577840" y="41605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6" name="Text 70"/>
          <p:cNvSpPr txBox="1"/>
          <p:nvPr/>
        </p:nvSpPr>
        <p:spPr>
          <a:xfrm>
            <a:off x="557784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Exams</a:t>
            </a:r>
            <a:endParaRPr lang="en-US" sz="1200" dirty="0"/>
          </a:p>
        </p:txBody>
      </p:sp>
      <p:sp>
        <p:nvSpPr>
          <p:cNvPr id="7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17043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05156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 StudySync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Launch the app in the browser.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" y="184708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72821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 in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Sign in with a test account.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2523744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4048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Show the dashboard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Give today's overview.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" y="32004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08152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a subject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Create a new subject tag.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58184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" y="387705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37581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Create a task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Set its priority and deadline.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91456" y="117043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91456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105156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Complete the task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Mark the task as done.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728216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91456" y="184708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91456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85232" y="172821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 progress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percentage updates.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2404872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91456" y="2523744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91456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285232" y="24048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 the timetable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Show upcoming classes.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3081528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91456" y="32004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91456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285232" y="308152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Start Pomodoro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Run a focus session.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3440" y="3758184"/>
            <a:ext cx="40233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91456" y="387705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91456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285232" y="37581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Resource Vault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Open a saved resource.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Demonstrate only features that are implemented and tested; mark anything else as planned.</a:t>
            </a:r>
            <a:endParaRPr lang="en-US" sz="11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 and 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887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29159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Centralized tasks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84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All academic work organized in one place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0515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97480" y="11887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350" y="1291590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Deadline awareness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1984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Upcoming tasks and exams stay visible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0515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00600" y="11887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470" y="1291590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Better planning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1984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Daily and weekly timetable views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66560" y="10515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03720" y="11887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590" y="1291590"/>
            <a:ext cx="205740" cy="2057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0372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Focused study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1984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Pomodoro technique sessions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28803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" y="3120390"/>
            <a:ext cx="205740" cy="2057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Visual progress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8130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Task completion tracked on the dashboard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560320" y="28803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2697480" y="30175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0350" y="3120390"/>
            <a:ext cx="205740" cy="2057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9748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Easy resources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697480" y="38130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Study links and notes in the Resource Vault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63440" y="28803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800600" y="30175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3470" y="3120390"/>
            <a:ext cx="205740" cy="2057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0060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Responsive access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800600" y="38130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Desktop, tablet and mobile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766560" y="28803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accent6">
              <a:alpha val="25000"/>
            </a:schemeClr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0"/>
          <p:cNvSpPr txBox="1"/>
          <p:nvPr/>
        </p:nvSpPr>
        <p:spPr>
          <a:xfrm>
            <a:off x="6903720" y="297180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Expected benefits. No measured results are claimed without testing data.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Conclusion and 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StudySync offers a centralized, user-friendly approach to academic planning. It combines task management, timetable organization, focused study sessions, resource storage and progress tracking.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3337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34518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40280" y="3337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80" y="34518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2024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Backend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520440" y="3337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34518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20040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Database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Frontend · backend · database integration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1051560"/>
            <a:ext cx="3840480" cy="3566160"/>
          </a:xfrm>
          <a:prstGeom prst="roundRect">
            <a:avLst>
              <a:gd name="adj" fmla="val 2564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029200" y="1645920"/>
            <a:ext cx="210312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029200" y="1645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PLANNED – NOT YET BUILT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0" y="210312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 or browser notifications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Smart study recommendations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Calendar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Exportable study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 application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Personalized weekly study plans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StudySync – Personalized Student Study Planner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Abinash 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Register Number: 240701007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2377440" cy="2377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1508760"/>
            <a:ext cx="1737360" cy="1737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574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udySync Sage">
  <a:themeElements>
    <a:clrScheme name="StudySync Sage">
      <a:dk1>
        <a:srgbClr val="2B3A35"/>
      </a:dk1>
      <a:lt1>
        <a:srgbClr val="FFFFFF"/>
      </a:lt1>
      <a:dk2>
        <a:srgbClr val="2F4A3F"/>
      </a:dk2>
      <a:lt2>
        <a:srgbClr val="F3F4F2"/>
      </a:lt2>
      <a:accent1>
        <a:srgbClr val="7FA38D"/>
      </a:accent1>
      <a:accent2>
        <a:srgbClr val="6C9BC4"/>
      </a:accent2>
      <a:accent3>
        <a:srgbClr val="4E7A64"/>
      </a:accent3>
      <a:accent4>
        <a:srgbClr val="DCE8E0"/>
      </a:accent4>
      <a:accent5>
        <a:srgbClr val="DDE9F4"/>
      </a:accent5>
      <a:accent6>
        <a:srgbClr val="E0A458"/>
      </a:accent6>
      <a:hlink>
        <a:srgbClr val="4E7A64"/>
      </a:hlink>
      <a:folHlink>
        <a:srgbClr val="6C9BC4"/>
      </a:folHlink>
    </a:clrScheme>
    <a:fontScheme name="StudySync S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</Words>
  <Application>Microsoft Office PowerPoint</Application>
  <PresentationFormat>On-screen Show (16:9)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StudySync Sage</vt:lpstr>
      <vt:lpstr>StudySync</vt:lpstr>
      <vt:lpstr>Abstract and Problem Statement</vt:lpstr>
      <vt:lpstr>Software and Hardware Requirements</vt:lpstr>
      <vt:lpstr>Proposed System and Main Features</vt:lpstr>
      <vt:lpstr>Project View: Dashboard</vt:lpstr>
      <vt:lpstr>Project View: Other Modules</vt:lpstr>
      <vt:lpstr>Sample Coding</vt:lpstr>
      <vt:lpstr>System Architecture</vt:lpstr>
      <vt:lpstr>Demo of the Project</vt:lpstr>
      <vt:lpstr>Results and Benefits</vt:lpstr>
      <vt:lpstr>Conclusion and Future Enhancements</vt:lpstr>
      <vt:lpstr>Thank You!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StudySync – Personalized Student Study Planner</dc:title>
  <dc:subject>PptxGenJS Presentation</dc:subject>
  <dc:creator>Abinash G</dc:creator>
  <cp:lastModifiedBy>Abinash G</cp:lastModifiedBy>
  <cp:revision>3</cp:revision>
  <dcterms:created xsi:type="dcterms:W3CDTF">2026-10-11T13:29:42Z</dcterms:created>
  <dcterms:modified xsi:type="dcterms:W3CDTF">2026-10-22T06:28:41Z</dcterms:modified>
</cp:coreProperties>
</file>